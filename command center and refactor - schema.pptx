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9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99F91-BB4A-DF34-9288-6191ECFDF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AFF12-8DF1-08F2-EE3D-99D256E81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8555C-27BD-9468-FE3A-F61DF806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4016-F6BD-4B76-AF5B-A19FFD215153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3B587-70B6-FF49-26D3-F6159214B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CC909-83D1-7A1F-EA03-AB00DB13C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DAE-CA07-4267-B7C2-CF5DB4A8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30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EAF34-5F2D-0ACA-6EA2-5232429A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DFE5A-70E4-091E-0274-DDEAFCEB9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DECAE-6B46-BD92-AC14-F6087F81B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4016-F6BD-4B76-AF5B-A19FFD215153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A010D-FE5F-4CE7-C05F-8B49B588B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26007-E54C-9436-E230-561A3BFF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DAE-CA07-4267-B7C2-CF5DB4A8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7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AE6E-F3C5-9B55-D96C-11C1D6C7E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00C25-C388-95DD-1148-201BCD6DE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3CF59-8D20-4C66-4E3B-E5385F00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4016-F6BD-4B76-AF5B-A19FFD215153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41205-8F03-58C5-FE3D-5CB77740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97A1D-AA31-A17B-2F9B-C1D9578E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DAE-CA07-4267-B7C2-CF5DB4A8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15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B95D8-F008-2C96-6D55-A705BF22B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12B6-1E5C-D11F-05EC-1DC02610E4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8BC10-8A12-CEC8-9E05-EC999FDFA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13A44-C2C4-B2F7-857D-40177B401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4016-F6BD-4B76-AF5B-A19FFD215153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FD6EF-A203-7217-7AC5-2AED1538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ED553-A507-AC07-AFAB-714EB06F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DAE-CA07-4267-B7C2-CF5DB4A8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5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4D80-77BE-05FF-4AEB-C8065CE6F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30A97-684D-5BFA-C75A-B330E10C9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D4E5B-8F85-B412-D784-E74EAFD20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3B019D-334D-2813-4904-FCE131F3E5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EA2252-5D33-C553-5C96-00CDB1821F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29483E-EE7F-1DDC-69C6-5290F8A5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4016-F6BD-4B76-AF5B-A19FFD215153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E3E20D-6276-64BE-EE9D-39D727DC6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A892B-8ACF-B8C1-B0A7-F90C4DB0B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DAE-CA07-4267-B7C2-CF5DB4A8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0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1DDE5-A298-70DD-1CCF-D8E25F683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07242-31F1-9EE9-A852-FBF1A8216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4016-F6BD-4B76-AF5B-A19FFD215153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B4AC3-21C6-D887-1027-0C853FD2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3C232-8367-AAAA-9AA6-3380CD0D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DAE-CA07-4267-B7C2-CF5DB4A8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7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5BF4C1-F94D-5EEC-B2D3-354D42184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4016-F6BD-4B76-AF5B-A19FFD215153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96FDD4-F174-435B-0ECC-37881786B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2680D-A054-8A99-962A-712477FF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DAE-CA07-4267-B7C2-CF5DB4A8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4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D8A3-E057-0D45-98B4-4ADEC4EC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68A0C-8DE9-7E09-AA4A-D7636ABBB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3BE4E-9E50-B169-0750-74E3D73D5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A55DA-7A98-2040-EE08-294535A0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4016-F6BD-4B76-AF5B-A19FFD215153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74AA2-EC4F-BE80-E04A-42555022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609FD-ABBD-F8D0-A652-E2910D5E9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DAE-CA07-4267-B7C2-CF5DB4A8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43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4A5C-839C-5799-68BA-1C13FFAD1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58AA5D-8DA6-38EB-3EB8-A07740B2C9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D23FF-5E29-2A58-7809-1C91FA96B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DE8DE-43B3-2CB1-D579-89572AC1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4016-F6BD-4B76-AF5B-A19FFD215153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67AF7-EE88-3E2D-B4D2-4F1B485E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A3291-A884-4E86-084D-17B012E14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DAE-CA07-4267-B7C2-CF5DB4A8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92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7DED6-045D-A3F3-B19E-685352326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1DB23-0623-42D6-72FD-765158479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8A7E8-6729-ED4E-055B-4A3223524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4016-F6BD-4B76-AF5B-A19FFD215153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4436-78B9-7EBB-A52F-77AF94EAD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CBC96-B1C5-FA5B-6F3C-366E73F8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DAE-CA07-4267-B7C2-CF5DB4A8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21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AFFD78-439D-53D8-11FC-493C14909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10E20-3B8B-F717-0ED1-BD0E95B89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B5501-46F6-E204-AA99-CF7A3CF4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34016-F6BD-4B76-AF5B-A19FFD215153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8F355-8C30-9087-CC6F-D4E47DDC6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5982D-C44D-264E-3D8A-8443428E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99DAE-CA07-4267-B7C2-CF5DB4A8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55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A35587-B26E-C464-504A-132AC9E5B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59A6B-135B-B3E3-C13D-8F4A69147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F7C19-0869-2F12-EB08-AD29FF013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34016-F6BD-4B76-AF5B-A19FFD215153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3080E-BAAF-1C05-6D11-56798A125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5B415-8C6B-092C-414D-C52E9C18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99DAE-CA07-4267-B7C2-CF5DB4A8A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6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E63C30-B260-6272-67A2-65F3F501AB74}"/>
              </a:ext>
            </a:extLst>
          </p:cNvPr>
          <p:cNvSpPr txBox="1"/>
          <p:nvPr/>
        </p:nvSpPr>
        <p:spPr>
          <a:xfrm>
            <a:off x="2647950" y="2811421"/>
            <a:ext cx="1216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main.py</a:t>
            </a:r>
          </a:p>
          <a:p>
            <a:r>
              <a:rPr lang="en-US" dirty="0"/>
              <a:t>(PCC – rig)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04FB0-6F4F-B1B1-AF80-184CE414FFCF}"/>
              </a:ext>
            </a:extLst>
          </p:cNvPr>
          <p:cNvSpPr txBox="1"/>
          <p:nvPr/>
        </p:nvSpPr>
        <p:spPr>
          <a:xfrm>
            <a:off x="5419725" y="190500"/>
            <a:ext cx="491096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Streams</a:t>
            </a:r>
          </a:p>
          <a:p>
            <a:r>
              <a:rPr lang="en-US" sz="1400" dirty="0"/>
              <a:t>-Arduino (</a:t>
            </a:r>
            <a:r>
              <a:rPr lang="en-US" sz="1400" dirty="0" err="1"/>
              <a:t>i</a:t>
            </a:r>
            <a:r>
              <a:rPr lang="en-US" sz="1400" dirty="0"/>
              <a:t>/o for Arduino Robotic Control</a:t>
            </a:r>
          </a:p>
          <a:p>
            <a:r>
              <a:rPr lang="en-US" sz="1400" dirty="0"/>
              <a:t>-</a:t>
            </a:r>
            <a:r>
              <a:rPr lang="en-US" sz="1400" dirty="0" err="1"/>
              <a:t>LabJack</a:t>
            </a:r>
            <a:r>
              <a:rPr lang="en-US" sz="1400" dirty="0"/>
              <a:t> (</a:t>
            </a:r>
            <a:r>
              <a:rPr lang="en-US" sz="1400" dirty="0" err="1"/>
              <a:t>i</a:t>
            </a:r>
            <a:r>
              <a:rPr lang="en-US" sz="1400" dirty="0"/>
              <a:t>/o for </a:t>
            </a:r>
            <a:r>
              <a:rPr lang="en-US" sz="1400" dirty="0" err="1"/>
              <a:t>AtoD</a:t>
            </a:r>
            <a:r>
              <a:rPr lang="en-US" sz="1400" dirty="0"/>
              <a:t> voltage data collection)</a:t>
            </a:r>
          </a:p>
          <a:p>
            <a:r>
              <a:rPr lang="en-US" sz="1400" dirty="0"/>
              <a:t>-</a:t>
            </a:r>
            <a:r>
              <a:rPr lang="en-US" sz="1400" dirty="0" err="1"/>
              <a:t>CommandCenter</a:t>
            </a:r>
            <a:r>
              <a:rPr lang="en-US" sz="1400" dirty="0"/>
              <a:t> (</a:t>
            </a:r>
            <a:r>
              <a:rPr lang="en-US" sz="1400" dirty="0" err="1"/>
              <a:t>i</a:t>
            </a:r>
            <a:r>
              <a:rPr lang="en-US" sz="1400" dirty="0"/>
              <a:t>/o for comm to CC)</a:t>
            </a:r>
          </a:p>
          <a:p>
            <a:r>
              <a:rPr lang="en-US" sz="1400" dirty="0"/>
              <a:t>-Local (</a:t>
            </a:r>
            <a:r>
              <a:rPr lang="en-US" sz="1400" dirty="0" err="1"/>
              <a:t>i</a:t>
            </a:r>
            <a:r>
              <a:rPr lang="en-US" sz="1400" dirty="0"/>
              <a:t>/o for saving of data and logs, loading of settings files)</a:t>
            </a:r>
          </a:p>
          <a:p>
            <a:r>
              <a:rPr lang="en-US" sz="1400" dirty="0"/>
              <a:t>-FileMaker DB (</a:t>
            </a:r>
            <a:r>
              <a:rPr lang="en-US" sz="1400" dirty="0" err="1"/>
              <a:t>i</a:t>
            </a:r>
            <a:r>
              <a:rPr lang="en-US" sz="1400" dirty="0"/>
              <a:t>/o for metadata)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3BBAE-8689-E631-20DE-85E5A9B118BB}"/>
              </a:ext>
            </a:extLst>
          </p:cNvPr>
          <p:cNvSpPr txBox="1"/>
          <p:nvPr/>
        </p:nvSpPr>
        <p:spPr>
          <a:xfrm>
            <a:off x="5419725" y="1806908"/>
            <a:ext cx="190276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Analyzers</a:t>
            </a:r>
          </a:p>
          <a:p>
            <a:r>
              <a:rPr lang="en-US" sz="1400" dirty="0"/>
              <a:t>-</a:t>
            </a:r>
            <a:r>
              <a:rPr lang="en-US" sz="1400" dirty="0" err="1"/>
              <a:t>breath_detection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ecg_beat_detection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calm_bout_detection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apnea_detection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death_detection</a:t>
            </a:r>
            <a:endParaRPr lang="en-US" sz="1400" dirty="0"/>
          </a:p>
          <a:p>
            <a:r>
              <a:rPr lang="en-US" sz="1400" dirty="0"/>
              <a:t>-…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DE70B8-32D1-B8F4-4A99-0677C637BEF7}"/>
              </a:ext>
            </a:extLst>
          </p:cNvPr>
          <p:cNvSpPr txBox="1"/>
          <p:nvPr/>
        </p:nvSpPr>
        <p:spPr>
          <a:xfrm>
            <a:off x="5419725" y="3680104"/>
            <a:ext cx="439857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Subgui</a:t>
            </a:r>
            <a:r>
              <a:rPr lang="en-US" sz="1400" dirty="0"/>
              <a:t> for settings</a:t>
            </a:r>
          </a:p>
          <a:p>
            <a:r>
              <a:rPr lang="en-US" sz="1400" dirty="0"/>
              <a:t>-</a:t>
            </a:r>
            <a:r>
              <a:rPr lang="en-US" sz="1400" dirty="0" err="1"/>
              <a:t>breath_detection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ecg_beat_detection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calm_bout_detection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challenge_settings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protocol_selection</a:t>
            </a:r>
            <a:r>
              <a:rPr lang="en-US" sz="1400" dirty="0"/>
              <a:t> (i.e. basic </a:t>
            </a:r>
            <a:r>
              <a:rPr lang="en-US" sz="1400" dirty="0" err="1"/>
              <a:t>autores</a:t>
            </a:r>
            <a:r>
              <a:rPr lang="en-US" sz="1400" dirty="0"/>
              <a:t> vs drug vs other)</a:t>
            </a:r>
          </a:p>
          <a:p>
            <a:r>
              <a:rPr lang="en-US" sz="1400" dirty="0"/>
              <a:t>-</a:t>
            </a:r>
            <a:r>
              <a:rPr lang="en-US" sz="1400" dirty="0" err="1"/>
              <a:t>charts_and_visualizations</a:t>
            </a:r>
            <a:endParaRPr lang="en-US" sz="1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30BB84-621D-8D3C-C300-49D29B9C0F24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864437" y="882998"/>
            <a:ext cx="1555288" cy="22515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41EBD4-DE07-8531-C102-B224D346C94E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864437" y="2607127"/>
            <a:ext cx="1555288" cy="527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ADC49C-D161-69B4-E2D3-5F9ED4DE5CE7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864437" y="3134587"/>
            <a:ext cx="1555288" cy="1345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16D189F-66D3-4326-00A9-CDCB1DA3A4A2}"/>
              </a:ext>
            </a:extLst>
          </p:cNvPr>
          <p:cNvSpPr txBox="1"/>
          <p:nvPr/>
        </p:nvSpPr>
        <p:spPr>
          <a:xfrm>
            <a:off x="5419725" y="5657671"/>
            <a:ext cx="24118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Visualizations</a:t>
            </a:r>
          </a:p>
          <a:p>
            <a:r>
              <a:rPr lang="en-US" sz="1400" dirty="0"/>
              <a:t>-</a:t>
            </a:r>
            <a:r>
              <a:rPr lang="en-US" sz="1400" dirty="0" err="1"/>
              <a:t>setting_summary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experiment_state_summary</a:t>
            </a:r>
            <a:endParaRPr lang="en-US" sz="1400" dirty="0"/>
          </a:p>
          <a:p>
            <a:r>
              <a:rPr lang="en-US" sz="1400" dirty="0"/>
              <a:t>-charts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68BDF12-6924-B3EB-D855-B7FFD3E4F0B3}"/>
              </a:ext>
            </a:extLst>
          </p:cNvPr>
          <p:cNvCxnSpPr>
            <a:stCxn id="4" idx="3"/>
            <a:endCxn id="14" idx="1"/>
          </p:cNvCxnSpPr>
          <p:nvPr/>
        </p:nvCxnSpPr>
        <p:spPr>
          <a:xfrm>
            <a:off x="3864437" y="3134587"/>
            <a:ext cx="1555288" cy="30001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82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E63C30-B260-6272-67A2-65F3F501AB74}"/>
              </a:ext>
            </a:extLst>
          </p:cNvPr>
          <p:cNvSpPr txBox="1"/>
          <p:nvPr/>
        </p:nvSpPr>
        <p:spPr>
          <a:xfrm>
            <a:off x="2647950" y="2811421"/>
            <a:ext cx="1290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main.py</a:t>
            </a:r>
          </a:p>
          <a:p>
            <a:r>
              <a:rPr lang="en-US" dirty="0"/>
              <a:t>(PCC – CC)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04FB0-6F4F-B1B1-AF80-184CE414FFCF}"/>
              </a:ext>
            </a:extLst>
          </p:cNvPr>
          <p:cNvSpPr txBox="1"/>
          <p:nvPr/>
        </p:nvSpPr>
        <p:spPr>
          <a:xfrm>
            <a:off x="5419725" y="190500"/>
            <a:ext cx="41919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Streams</a:t>
            </a:r>
          </a:p>
          <a:p>
            <a:r>
              <a:rPr lang="en-US" sz="1400" dirty="0"/>
              <a:t>-</a:t>
            </a:r>
            <a:r>
              <a:rPr lang="en-US" sz="1400" dirty="0" err="1"/>
              <a:t>CommandCenter</a:t>
            </a:r>
            <a:r>
              <a:rPr lang="en-US" sz="1400" dirty="0"/>
              <a:t> (</a:t>
            </a:r>
            <a:r>
              <a:rPr lang="en-US" sz="1400" dirty="0" err="1"/>
              <a:t>i</a:t>
            </a:r>
            <a:r>
              <a:rPr lang="en-US" sz="1400" dirty="0"/>
              <a:t>/o for comm to CC)</a:t>
            </a:r>
          </a:p>
          <a:p>
            <a:r>
              <a:rPr lang="en-US" sz="1400" dirty="0"/>
              <a:t>-Local (</a:t>
            </a:r>
            <a:r>
              <a:rPr lang="en-US" sz="1400" dirty="0" err="1"/>
              <a:t>i</a:t>
            </a:r>
            <a:r>
              <a:rPr lang="en-US" sz="1400" dirty="0"/>
              <a:t>/o for saving of logs, loading of settings files)</a:t>
            </a:r>
          </a:p>
          <a:p>
            <a:r>
              <a:rPr lang="en-US" sz="1400" dirty="0"/>
              <a:t>-FileMaker DB (</a:t>
            </a:r>
            <a:r>
              <a:rPr lang="en-US" sz="1400" dirty="0" err="1"/>
              <a:t>i</a:t>
            </a:r>
            <a:r>
              <a:rPr lang="en-US" sz="1400" dirty="0"/>
              <a:t>/o for metadata)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3BBAE-8689-E631-20DE-85E5A9B118BB}"/>
              </a:ext>
            </a:extLst>
          </p:cNvPr>
          <p:cNvSpPr txBox="1"/>
          <p:nvPr/>
        </p:nvSpPr>
        <p:spPr>
          <a:xfrm>
            <a:off x="5419725" y="1795759"/>
            <a:ext cx="928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Analyzers</a:t>
            </a:r>
          </a:p>
          <a:p>
            <a:r>
              <a:rPr lang="en-US" sz="1400" dirty="0"/>
              <a:t>-…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DE70B8-32D1-B8F4-4A99-0677C637BEF7}"/>
              </a:ext>
            </a:extLst>
          </p:cNvPr>
          <p:cNvSpPr txBox="1"/>
          <p:nvPr/>
        </p:nvSpPr>
        <p:spPr>
          <a:xfrm>
            <a:off x="5419725" y="2687969"/>
            <a:ext cx="439857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Subgui</a:t>
            </a:r>
            <a:r>
              <a:rPr lang="en-US" sz="1400" dirty="0"/>
              <a:t> for settings</a:t>
            </a:r>
          </a:p>
          <a:p>
            <a:r>
              <a:rPr lang="en-US" sz="1400" dirty="0"/>
              <a:t>-</a:t>
            </a:r>
            <a:r>
              <a:rPr lang="en-US" sz="1400" dirty="0" err="1"/>
              <a:t>breath_detection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ecg_beat_detection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calm_bout_detection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challenge_settings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protocol_selection</a:t>
            </a:r>
            <a:r>
              <a:rPr lang="en-US" sz="1400" dirty="0"/>
              <a:t> (i.e. basic </a:t>
            </a:r>
            <a:r>
              <a:rPr lang="en-US" sz="1400" dirty="0" err="1"/>
              <a:t>autores</a:t>
            </a:r>
            <a:r>
              <a:rPr lang="en-US" sz="1400" dirty="0"/>
              <a:t> vs drug vs other)</a:t>
            </a:r>
          </a:p>
          <a:p>
            <a:r>
              <a:rPr lang="en-US" sz="1400" dirty="0"/>
              <a:t>-</a:t>
            </a:r>
            <a:r>
              <a:rPr lang="en-US" sz="1400" dirty="0" err="1"/>
              <a:t>charts_and_visualizations</a:t>
            </a:r>
            <a:endParaRPr lang="en-US" sz="1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30BB84-621D-8D3C-C300-49D29B9C0F24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937983" y="667554"/>
            <a:ext cx="1481742" cy="24670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41EBD4-DE07-8531-C102-B224D346C94E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937983" y="2057369"/>
            <a:ext cx="1481742" cy="10772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ADC49C-D161-69B4-E2D3-5F9ED4DE5CE7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937983" y="3134587"/>
            <a:ext cx="1481742" cy="3536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941D92D-D9D7-6090-DC1F-99B3BBF1943B}"/>
              </a:ext>
            </a:extLst>
          </p:cNvPr>
          <p:cNvSpPr txBox="1"/>
          <p:nvPr/>
        </p:nvSpPr>
        <p:spPr>
          <a:xfrm>
            <a:off x="5419725" y="4965173"/>
            <a:ext cx="351461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Visualizations (aggregate and individual rig)</a:t>
            </a:r>
          </a:p>
          <a:p>
            <a:r>
              <a:rPr lang="en-US" sz="1400" dirty="0"/>
              <a:t>-</a:t>
            </a:r>
            <a:r>
              <a:rPr lang="en-US" sz="1400" dirty="0" err="1"/>
              <a:t>setting_summary</a:t>
            </a:r>
            <a:endParaRPr lang="en-US" sz="1400" dirty="0"/>
          </a:p>
          <a:p>
            <a:r>
              <a:rPr lang="en-US" sz="1400" dirty="0"/>
              <a:t>-</a:t>
            </a:r>
            <a:r>
              <a:rPr lang="en-US" sz="1400" dirty="0" err="1"/>
              <a:t>experiment_state_summary</a:t>
            </a:r>
            <a:endParaRPr lang="en-US" sz="1400" dirty="0"/>
          </a:p>
          <a:p>
            <a:r>
              <a:rPr lang="en-US" sz="1400" dirty="0"/>
              <a:t>-charts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7F666C-B82E-25AD-9768-B51FA7070D56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>
            <a:off x="3937983" y="3134587"/>
            <a:ext cx="1481742" cy="2307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29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45A3CC-7C51-7FE2-F040-DEAE96E53ACB}"/>
              </a:ext>
            </a:extLst>
          </p:cNvPr>
          <p:cNvSpPr txBox="1"/>
          <p:nvPr/>
        </p:nvSpPr>
        <p:spPr>
          <a:xfrm>
            <a:off x="866775" y="666750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PCC-Rig #01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2B28A-10AF-B911-81D1-3456D848A3A6}"/>
              </a:ext>
            </a:extLst>
          </p:cNvPr>
          <p:cNvSpPr txBox="1"/>
          <p:nvPr/>
        </p:nvSpPr>
        <p:spPr>
          <a:xfrm>
            <a:off x="866775" y="1036082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PCC-Rig #02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1ECB9-AF9F-8018-1725-1F900433C711}"/>
              </a:ext>
            </a:extLst>
          </p:cNvPr>
          <p:cNvSpPr txBox="1"/>
          <p:nvPr/>
        </p:nvSpPr>
        <p:spPr>
          <a:xfrm>
            <a:off x="866775" y="1405414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PCC-Rig #03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1BF4D2-A574-0B6C-5812-A2DD44927CC3}"/>
              </a:ext>
            </a:extLst>
          </p:cNvPr>
          <p:cNvSpPr txBox="1"/>
          <p:nvPr/>
        </p:nvSpPr>
        <p:spPr>
          <a:xfrm>
            <a:off x="866775" y="1774746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PCC-Rig #04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6C133C-25B6-088D-89C8-39962FA2528D}"/>
              </a:ext>
            </a:extLst>
          </p:cNvPr>
          <p:cNvSpPr txBox="1"/>
          <p:nvPr/>
        </p:nvSpPr>
        <p:spPr>
          <a:xfrm>
            <a:off x="866775" y="2144078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PCC-Rig #05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C696F-48EB-6F06-DAB8-5895527B36FC}"/>
              </a:ext>
            </a:extLst>
          </p:cNvPr>
          <p:cNvSpPr txBox="1"/>
          <p:nvPr/>
        </p:nvSpPr>
        <p:spPr>
          <a:xfrm>
            <a:off x="866775" y="2513410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PCC-Rig #06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B65EA9-259B-E295-8482-817DF31EA62D}"/>
              </a:ext>
            </a:extLst>
          </p:cNvPr>
          <p:cNvSpPr txBox="1"/>
          <p:nvPr/>
        </p:nvSpPr>
        <p:spPr>
          <a:xfrm>
            <a:off x="866775" y="2882742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PCC-Rig #07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38842B-10A3-C4AA-70AF-9DBB8028E59E}"/>
              </a:ext>
            </a:extLst>
          </p:cNvPr>
          <p:cNvSpPr txBox="1"/>
          <p:nvPr/>
        </p:nvSpPr>
        <p:spPr>
          <a:xfrm>
            <a:off x="866775" y="3252074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PCC-Rig #...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19B085-B89D-B401-DD97-76ACE4369981}"/>
              </a:ext>
            </a:extLst>
          </p:cNvPr>
          <p:cNvSpPr txBox="1"/>
          <p:nvPr/>
        </p:nvSpPr>
        <p:spPr>
          <a:xfrm>
            <a:off x="4991100" y="2882742"/>
            <a:ext cx="103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PCC-CC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0A79B8-CA81-7034-5210-82EF3FCEA218}"/>
              </a:ext>
            </a:extLst>
          </p:cNvPr>
          <p:cNvSpPr txBox="1"/>
          <p:nvPr/>
        </p:nvSpPr>
        <p:spPr>
          <a:xfrm>
            <a:off x="4761774" y="482084"/>
            <a:ext cx="1494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FileMaker DB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40FF28-C314-8D7C-2B90-24899FD97FE1}"/>
              </a:ext>
            </a:extLst>
          </p:cNvPr>
          <p:cNvSpPr txBox="1"/>
          <p:nvPr/>
        </p:nvSpPr>
        <p:spPr>
          <a:xfrm>
            <a:off x="3323784" y="4729402"/>
            <a:ext cx="2185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Transfer Server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118A9F-ABE5-2463-CD21-044AC66BD973}"/>
              </a:ext>
            </a:extLst>
          </p:cNvPr>
          <p:cNvSpPr txBox="1"/>
          <p:nvPr/>
        </p:nvSpPr>
        <p:spPr>
          <a:xfrm>
            <a:off x="3364564" y="5535931"/>
            <a:ext cx="2144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Storage Server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5A3D2C-0FB3-47D4-15E8-C6C175E77DEA}"/>
              </a:ext>
            </a:extLst>
          </p:cNvPr>
          <p:cNvSpPr txBox="1"/>
          <p:nvPr/>
        </p:nvSpPr>
        <p:spPr>
          <a:xfrm>
            <a:off x="6561209" y="5535931"/>
            <a:ext cx="2384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Analysis Pipeline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2D45BE-3225-0992-1241-98AA1861EC1E}"/>
              </a:ext>
            </a:extLst>
          </p:cNvPr>
          <p:cNvCxnSpPr>
            <a:stCxn id="2" idx="3"/>
            <a:endCxn id="10" idx="1"/>
          </p:cNvCxnSpPr>
          <p:nvPr/>
        </p:nvCxnSpPr>
        <p:spPr>
          <a:xfrm>
            <a:off x="2306593" y="851416"/>
            <a:ext cx="2684507" cy="22159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14169F-B3F1-866E-6ACE-705D595EA094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2306593" y="1220748"/>
            <a:ext cx="2684507" cy="18466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4E0C93-48F3-AFAE-2A18-8846FD5C59F3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2306593" y="1959412"/>
            <a:ext cx="2684507" cy="11079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DAE562-C7AB-BA22-5DED-C369BA73F209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2306593" y="1590080"/>
            <a:ext cx="2684507" cy="14773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A487C20-04BA-3CB8-9F28-93E46D5161D6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2306593" y="2698076"/>
            <a:ext cx="2684507" cy="3693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AB6CFB-9E5E-9025-3C34-F5C204958E9D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306593" y="2328744"/>
            <a:ext cx="2684507" cy="7386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DA86A3-B66A-4946-D3B1-B4DF6F6D5FD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2256899" y="3067408"/>
            <a:ext cx="2734201" cy="3693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A67B24A-C10B-24F9-5436-0AA336EE67CB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2306593" y="3067408"/>
            <a:ext cx="268450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CB4D8CD-740B-6B2F-3176-3504902C9F65}"/>
              </a:ext>
            </a:extLst>
          </p:cNvPr>
          <p:cNvCxnSpPr>
            <a:stCxn id="10" idx="0"/>
            <a:endCxn id="11" idx="2"/>
          </p:cNvCxnSpPr>
          <p:nvPr/>
        </p:nvCxnSpPr>
        <p:spPr>
          <a:xfrm flipV="1">
            <a:off x="5509255" y="851416"/>
            <a:ext cx="0" cy="20313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8B60087-081E-2940-6D28-A86FC9F6F837}"/>
              </a:ext>
            </a:extLst>
          </p:cNvPr>
          <p:cNvCxnSpPr>
            <a:endCxn id="12" idx="0"/>
          </p:cNvCxnSpPr>
          <p:nvPr/>
        </p:nvCxnSpPr>
        <p:spPr>
          <a:xfrm>
            <a:off x="3009900" y="3436740"/>
            <a:ext cx="1406619" cy="1292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484D524-DA28-3450-68FB-588605F5CCD1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4416519" y="5098734"/>
            <a:ext cx="20390" cy="437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3C86CBD-FE87-0057-5D47-93773F541C97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5509254" y="5720597"/>
            <a:ext cx="10519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5DC9D5F-A8D9-F9D9-04F4-2C33E34AC57D}"/>
              </a:ext>
            </a:extLst>
          </p:cNvPr>
          <p:cNvCxnSpPr>
            <a:cxnSpLocks/>
          </p:cNvCxnSpPr>
          <p:nvPr/>
        </p:nvCxnSpPr>
        <p:spPr>
          <a:xfrm flipV="1">
            <a:off x="4157246" y="948569"/>
            <a:ext cx="1232901" cy="12796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1071CB7-5105-B130-8026-11BD6712FECB}"/>
              </a:ext>
            </a:extLst>
          </p:cNvPr>
          <p:cNvSpPr txBox="1"/>
          <p:nvPr/>
        </p:nvSpPr>
        <p:spPr>
          <a:xfrm>
            <a:off x="3009900" y="851414"/>
            <a:ext cx="2294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Rig &lt;-&gt; FM communication available in “standalone mode” and for communicating data collection metadata</a:t>
            </a:r>
          </a:p>
        </p:txBody>
      </p:sp>
    </p:spTree>
    <p:extLst>
      <p:ext uri="{BB962C8B-B14F-4D97-AF65-F5344CB8AC3E}">
        <p14:creationId xmlns:p14="http://schemas.microsoft.com/office/powerpoint/2010/main" val="1969684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317</Words>
  <Application>Microsoft Office PowerPoint</Application>
  <PresentationFormat>Widescreen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Ward, Christopher Scott</dc:creator>
  <cp:lastModifiedBy>Ward, Christopher Scott</cp:lastModifiedBy>
  <cp:revision>1</cp:revision>
  <dcterms:created xsi:type="dcterms:W3CDTF">2024-04-09T15:28:48Z</dcterms:created>
  <dcterms:modified xsi:type="dcterms:W3CDTF">2024-04-09T18:35:05Z</dcterms:modified>
</cp:coreProperties>
</file>