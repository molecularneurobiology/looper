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7FC53-9FCD-4379-9120-6180A7DB1C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B70D8C-5473-40B1-9907-8240B22C0E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0EE7FD-9F31-4703-A43E-69C60A3FD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C358C-4465-43BB-8130-F33D4751043D}" type="datetimeFigureOut">
              <a:rPr lang="en-US" smtClean="0"/>
              <a:t>3/25/2022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F03087-3559-4F22-B56D-CE521C3AB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CE331C-8DCF-4A1D-BDC1-35D129C67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B018A-7124-4120-A307-B9819333CB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803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9D695-91A9-491F-8A3F-F2877D1E2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36DBA-6365-4F72-B5A8-5F1822FD3C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4D1D5A-B179-44D1-9292-081D0073B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C358C-4465-43BB-8130-F33D4751043D}" type="datetimeFigureOut">
              <a:rPr lang="en-US" smtClean="0"/>
              <a:t>3/25/2022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4E7CE3-E3B2-4980-8A36-D5C4AAA32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ADCE09-B867-4CBB-B32B-692B268F5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B018A-7124-4120-A307-B9819333CB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510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1EA57-5B70-4547-A470-B513528E1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BE168B-DB5A-4E1F-8083-3128F816CA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3183E2-8E66-4F0C-A67D-C7ACEEBEA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C358C-4465-43BB-8130-F33D4751043D}" type="datetimeFigureOut">
              <a:rPr lang="en-US" smtClean="0"/>
              <a:t>3/25/2022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99629-BA4A-4F1B-A12C-406DC4B3E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54A941-1B4F-43F4-A7F0-813ABE315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B018A-7124-4120-A307-B9819333CB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752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4FE82-1B70-41A6-8D2A-76381704A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26E88-D484-41F6-8998-E9984D332F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BFBAF7-FD7B-466A-9927-C0EDD3C2D2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36DD54-8EC0-4F05-B988-6122D305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C358C-4465-43BB-8130-F33D4751043D}" type="datetimeFigureOut">
              <a:rPr lang="en-US" smtClean="0"/>
              <a:t>3/25/2022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490A09-1BEC-4FCA-A440-32AD123EE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1E6D31-065E-45E5-A561-7762B7BEA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B018A-7124-4120-A307-B9819333CB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699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4ADCA-F2BB-46A3-81EB-352FF5244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3AA9C2-A12D-40E8-84B6-4864509B9A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152BE2-C834-4381-B664-54563032A4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CA0578-C518-4AF7-9D28-0E1EB99CB9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43C762-A1F5-46AB-A08D-E9D9FF8F7F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38C88C-D338-4D63-ACA0-91B48C961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C358C-4465-43BB-8130-F33D4751043D}" type="datetimeFigureOut">
              <a:rPr lang="en-US" smtClean="0"/>
              <a:t>3/25/2022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EFC825-9148-4FF7-9316-4C4276F0A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D9A311-CB8D-4D80-A94C-79D4B023C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B018A-7124-4120-A307-B9819333CB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104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A9843-8463-4695-939A-F60C9ECB3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C461A8-4AE6-492E-BC81-20C8B9E0C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C358C-4465-43BB-8130-F33D4751043D}" type="datetimeFigureOut">
              <a:rPr lang="en-US" smtClean="0"/>
              <a:t>3/25/2022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8801C-63C1-48F9-BACF-74964517D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CDF9B1-3D6D-4632-BC0E-6C197C4A6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B018A-7124-4120-A307-B9819333CB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489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766AFB-49AD-486F-A9E0-0982EE060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C358C-4465-43BB-8130-F33D4751043D}" type="datetimeFigureOut">
              <a:rPr lang="en-US" smtClean="0"/>
              <a:t>3/25/2022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A99B24-6405-42F0-8729-3321EA769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5AAC84-C7A5-4014-AA08-7D52D6D66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B018A-7124-4120-A307-B9819333CB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94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BE85D-E852-44D2-97B4-73FDBBD6E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3CD17B-4DBD-4328-B882-D8039C2E63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2EA475-6210-455F-B043-5504F6DDE9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309C4-FEEA-4AE5-8C27-9B8148C26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C358C-4465-43BB-8130-F33D4751043D}" type="datetimeFigureOut">
              <a:rPr lang="en-US" smtClean="0"/>
              <a:t>3/25/2022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407BCE-6ABF-4CD0-8BCF-A1205C500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FF2AF1-FDBC-4D34-A244-85AD0537A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B018A-7124-4120-A307-B9819333CB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069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05C9E-5396-429D-9A68-BF3916E75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A47D29-EA26-4B27-ACD1-BF42C404C0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CEB620-CB2C-4A50-85FF-920DB851B1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31570D-C038-4E34-9871-A988AB9CA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C358C-4465-43BB-8130-F33D4751043D}" type="datetimeFigureOut">
              <a:rPr lang="en-US" smtClean="0"/>
              <a:t>3/25/2022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F27FF9-681D-4C2D-A46A-0C8D75A64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37D5D5-744D-46F2-81D1-7A489D116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B018A-7124-4120-A307-B9819333CB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434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47D48-3A6B-4870-A369-AD4A3B8AC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BA9642-E0C3-4987-846D-BDC4E12AD0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271559-1290-4B5F-8FEF-629739E77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C358C-4465-43BB-8130-F33D4751043D}" type="datetimeFigureOut">
              <a:rPr lang="en-US" smtClean="0"/>
              <a:t>3/25/2022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951BC9-4444-4CE1-854D-03EAB3D64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2C4746-E9F7-4385-BA90-EB95E2B02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B018A-7124-4120-A307-B9819333CB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40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B8E3BE-66B5-4449-8554-ADDF042D0C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AE2531-78BA-4CC0-A532-62BD013450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D77791-20EF-4E52-848B-A1773904C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C358C-4465-43BB-8130-F33D4751043D}" type="datetimeFigureOut">
              <a:rPr lang="en-US" smtClean="0"/>
              <a:t>3/25/2022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CCF92-0C2F-4076-BE02-6BA1D8F5D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BED63D-C00E-4C2C-8A74-0C0D80D66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B018A-7124-4120-A307-B9819333CB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906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F3B807-8CBF-4653-AADF-AC2C2014D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783FAE-D829-4F40-AA75-BBF8862252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B6ECD9-BFDF-4641-B32F-23517EED16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AC358C-4465-43BB-8130-F33D4751043D}" type="datetimeFigureOut">
              <a:rPr lang="en-US" smtClean="0"/>
              <a:t>3/25/2022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19C54-A89F-4CA8-A8BD-65460A1713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080A8C-76E5-46C6-B3BE-3A07956FDB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EB018A-7124-4120-A307-B9819333CB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007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C513FEA-0503-464A-8716-89F84C122B97}"/>
              </a:ext>
            </a:extLst>
          </p:cNvPr>
          <p:cNvSpPr/>
          <p:nvPr/>
        </p:nvSpPr>
        <p:spPr>
          <a:xfrm>
            <a:off x="223973" y="647972"/>
            <a:ext cx="3619228" cy="20429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Preview Window of Flow signal from selected Rig</a:t>
            </a:r>
          </a:p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5810BE-1BB2-4DD9-A044-E79F7D006BE2}"/>
              </a:ext>
            </a:extLst>
          </p:cNvPr>
          <p:cNvSpPr/>
          <p:nvPr/>
        </p:nvSpPr>
        <p:spPr>
          <a:xfrm>
            <a:off x="10728961" y="0"/>
            <a:ext cx="1463040" cy="43542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0070C0"/>
                </a:solidFill>
              </a:rPr>
              <a:t>Rig 1</a:t>
            </a:r>
          </a:p>
          <a:p>
            <a:pPr algn="ctr"/>
            <a:r>
              <a:rPr lang="en-US" sz="1000" dirty="0">
                <a:solidFill>
                  <a:srgbClr val="0070C0"/>
                </a:solidFill>
              </a:rPr>
              <a:t>(</a:t>
            </a:r>
            <a:r>
              <a:rPr lang="en-US" sz="1000" dirty="0" err="1">
                <a:solidFill>
                  <a:srgbClr val="0070C0"/>
                </a:solidFill>
              </a:rPr>
              <a:t>Riggy</a:t>
            </a:r>
            <a:r>
              <a:rPr lang="en-US" sz="1000" dirty="0">
                <a:solidFill>
                  <a:srgbClr val="0070C0"/>
                </a:solidFill>
              </a:rPr>
              <a:t> </a:t>
            </a:r>
            <a:r>
              <a:rPr lang="en-US" sz="1000" dirty="0" err="1">
                <a:solidFill>
                  <a:srgbClr val="0070C0"/>
                </a:solidFill>
              </a:rPr>
              <a:t>McRigFace</a:t>
            </a:r>
            <a:r>
              <a:rPr lang="en-US" sz="1000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773C88D-7757-41EA-AD8A-6DE5160D68A3}"/>
              </a:ext>
            </a:extLst>
          </p:cNvPr>
          <p:cNvSpPr/>
          <p:nvPr/>
        </p:nvSpPr>
        <p:spPr>
          <a:xfrm>
            <a:off x="10728961" y="422367"/>
            <a:ext cx="1463040" cy="4354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Rig 2</a:t>
            </a:r>
          </a:p>
          <a:p>
            <a:pPr algn="ctr"/>
            <a:r>
              <a:rPr lang="en-US" sz="1000" dirty="0"/>
              <a:t>(</a:t>
            </a:r>
            <a:r>
              <a:rPr lang="en-US" sz="1000" dirty="0" err="1"/>
              <a:t>Hingle</a:t>
            </a:r>
            <a:r>
              <a:rPr lang="en-US" sz="1000" dirty="0"/>
              <a:t> </a:t>
            </a:r>
            <a:r>
              <a:rPr lang="en-US" sz="1000" dirty="0" err="1"/>
              <a:t>McCringleberry</a:t>
            </a:r>
            <a:r>
              <a:rPr lang="en-US" sz="1000" dirty="0"/>
              <a:t>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44A3AA2-AB4A-4ADB-B535-7495040B5CD2}"/>
              </a:ext>
            </a:extLst>
          </p:cNvPr>
          <p:cNvSpPr/>
          <p:nvPr/>
        </p:nvSpPr>
        <p:spPr>
          <a:xfrm>
            <a:off x="10728960" y="857796"/>
            <a:ext cx="1463040" cy="4354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Rig 3</a:t>
            </a:r>
          </a:p>
          <a:p>
            <a:pPr algn="ctr"/>
            <a:r>
              <a:rPr lang="en-US" sz="1000" dirty="0"/>
              <a:t>(Ariadne)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E3BC0D-6CD3-4E55-BD08-111E2177D5BB}"/>
              </a:ext>
            </a:extLst>
          </p:cNvPr>
          <p:cNvSpPr/>
          <p:nvPr/>
        </p:nvSpPr>
        <p:spPr>
          <a:xfrm>
            <a:off x="10728960" y="1293225"/>
            <a:ext cx="1463040" cy="4354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Rig 4</a:t>
            </a:r>
          </a:p>
          <a:p>
            <a:pPr algn="ctr"/>
            <a:r>
              <a:rPr lang="en-US" sz="1000" dirty="0"/>
              <a:t>(…)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8C1D9D5-89A6-48A7-9C9F-E21321CD8196}"/>
              </a:ext>
            </a:extLst>
          </p:cNvPr>
          <p:cNvSpPr/>
          <p:nvPr/>
        </p:nvSpPr>
        <p:spPr>
          <a:xfrm>
            <a:off x="10728960" y="1728654"/>
            <a:ext cx="1463040" cy="4354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Rig 5</a:t>
            </a:r>
          </a:p>
          <a:p>
            <a:pPr algn="ctr"/>
            <a:r>
              <a:rPr lang="en-US" sz="1000" dirty="0"/>
              <a:t>(…)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2E82AB-35E9-42C7-A56F-CD82788A1A2C}"/>
              </a:ext>
            </a:extLst>
          </p:cNvPr>
          <p:cNvSpPr/>
          <p:nvPr/>
        </p:nvSpPr>
        <p:spPr>
          <a:xfrm>
            <a:off x="10728960" y="2164083"/>
            <a:ext cx="1463040" cy="43542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Rig 6</a:t>
            </a:r>
          </a:p>
          <a:p>
            <a:pPr algn="ctr"/>
            <a:r>
              <a:rPr lang="en-US" sz="1000" dirty="0"/>
              <a:t>(…)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1F8620C-1FE0-4AF9-95C5-5FC26752B080}"/>
              </a:ext>
            </a:extLst>
          </p:cNvPr>
          <p:cNvSpPr/>
          <p:nvPr/>
        </p:nvSpPr>
        <p:spPr>
          <a:xfrm>
            <a:off x="10728960" y="2599512"/>
            <a:ext cx="1463040" cy="4354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Rig 7</a:t>
            </a:r>
          </a:p>
          <a:p>
            <a:pPr algn="ctr"/>
            <a:r>
              <a:rPr lang="en-US" sz="1000" dirty="0"/>
              <a:t>(…)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13EA3CD-5340-4B10-91AD-15924335866E}"/>
              </a:ext>
            </a:extLst>
          </p:cNvPr>
          <p:cNvSpPr/>
          <p:nvPr/>
        </p:nvSpPr>
        <p:spPr>
          <a:xfrm>
            <a:off x="10728960" y="3034941"/>
            <a:ext cx="1463040" cy="43542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Rig 8</a:t>
            </a:r>
          </a:p>
          <a:p>
            <a:pPr algn="ctr"/>
            <a:r>
              <a:rPr lang="en-US" sz="1000" dirty="0"/>
              <a:t>(…)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D5BE327-CE78-44B3-AC4B-F122D67D36C9}"/>
              </a:ext>
            </a:extLst>
          </p:cNvPr>
          <p:cNvSpPr/>
          <p:nvPr/>
        </p:nvSpPr>
        <p:spPr>
          <a:xfrm>
            <a:off x="10728960" y="3470370"/>
            <a:ext cx="1463040" cy="4354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Rig 9</a:t>
            </a:r>
          </a:p>
          <a:p>
            <a:pPr algn="ctr"/>
            <a:r>
              <a:rPr lang="en-US" sz="1000" dirty="0"/>
              <a:t>(…)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9993D19-742A-4F7B-91D6-F3CFECD51E90}"/>
              </a:ext>
            </a:extLst>
          </p:cNvPr>
          <p:cNvSpPr/>
          <p:nvPr/>
        </p:nvSpPr>
        <p:spPr>
          <a:xfrm>
            <a:off x="10728960" y="3905799"/>
            <a:ext cx="1463040" cy="4354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Rig 10</a:t>
            </a:r>
          </a:p>
          <a:p>
            <a:pPr algn="ctr"/>
            <a:r>
              <a:rPr lang="en-US" sz="1000" dirty="0"/>
              <a:t>(…)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C640780-55BD-4140-BE3E-C193EBED9259}"/>
              </a:ext>
            </a:extLst>
          </p:cNvPr>
          <p:cNvSpPr/>
          <p:nvPr/>
        </p:nvSpPr>
        <p:spPr>
          <a:xfrm>
            <a:off x="223973" y="2817226"/>
            <a:ext cx="3619228" cy="20429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Preview Window of ECG signal from selected Rig</a:t>
            </a:r>
          </a:p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E2B3C3C-8147-418F-A29A-EE7726FC187D}"/>
              </a:ext>
            </a:extLst>
          </p:cNvPr>
          <p:cNvSpPr/>
          <p:nvPr/>
        </p:nvSpPr>
        <p:spPr>
          <a:xfrm>
            <a:off x="4033973" y="640081"/>
            <a:ext cx="3619228" cy="20429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Video Feed 1</a:t>
            </a:r>
          </a:p>
          <a:p>
            <a:pPr algn="ctr"/>
            <a:r>
              <a:rPr lang="en-US" dirty="0"/>
              <a:t>(Robot)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3C4D1C4-E086-4BC9-BEA5-CF8FA04196C0}"/>
              </a:ext>
            </a:extLst>
          </p:cNvPr>
          <p:cNvSpPr/>
          <p:nvPr/>
        </p:nvSpPr>
        <p:spPr>
          <a:xfrm>
            <a:off x="4033973" y="2817226"/>
            <a:ext cx="3619228" cy="20429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Video Feed 2</a:t>
            </a:r>
          </a:p>
          <a:p>
            <a:pPr algn="ctr"/>
            <a:r>
              <a:rPr lang="en-US" dirty="0"/>
              <a:t>(Pup)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828CE71-4A4D-46DB-A624-362A6E07ACDF}"/>
              </a:ext>
            </a:extLst>
          </p:cNvPr>
          <p:cNvSpPr txBox="1"/>
          <p:nvPr/>
        </p:nvSpPr>
        <p:spPr>
          <a:xfrm>
            <a:off x="7943944" y="640081"/>
            <a:ext cx="249427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Current Mode:________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2B75AE2-F259-45F5-A2D7-1BD6722F90A9}"/>
              </a:ext>
            </a:extLst>
          </p:cNvPr>
          <p:cNvSpPr/>
          <p:nvPr/>
        </p:nvSpPr>
        <p:spPr>
          <a:xfrm>
            <a:off x="7843973" y="1204368"/>
            <a:ext cx="2594243" cy="31368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Challenge </a:t>
            </a:r>
            <a:r>
              <a:rPr lang="en-US" dirty="0" err="1"/>
              <a:t>ScoreBoard</a:t>
            </a:r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5595C61-92E2-4034-8E84-43310A8BA59D}"/>
              </a:ext>
            </a:extLst>
          </p:cNvPr>
          <p:cNvSpPr/>
          <p:nvPr/>
        </p:nvSpPr>
        <p:spPr>
          <a:xfrm>
            <a:off x="8020594" y="1367246"/>
            <a:ext cx="2220686" cy="58347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6D70ED0-3F16-4E99-AEC3-B969D7EBA111}"/>
              </a:ext>
            </a:extLst>
          </p:cNvPr>
          <p:cNvSpPr/>
          <p:nvPr/>
        </p:nvSpPr>
        <p:spPr>
          <a:xfrm>
            <a:off x="8030751" y="2006338"/>
            <a:ext cx="2220686" cy="58347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F821E36-F071-4CC6-9D19-1388392C2F66}"/>
              </a:ext>
            </a:extLst>
          </p:cNvPr>
          <p:cNvSpPr/>
          <p:nvPr/>
        </p:nvSpPr>
        <p:spPr>
          <a:xfrm>
            <a:off x="8020594" y="2960918"/>
            <a:ext cx="2220686" cy="58347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785B204-07C9-4754-AECD-DCEB26953D7D}"/>
              </a:ext>
            </a:extLst>
          </p:cNvPr>
          <p:cNvSpPr/>
          <p:nvPr/>
        </p:nvSpPr>
        <p:spPr>
          <a:xfrm>
            <a:off x="8030751" y="3651569"/>
            <a:ext cx="2220686" cy="58347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4D8E43C-8607-48E4-9C9B-28629A18B343}"/>
              </a:ext>
            </a:extLst>
          </p:cNvPr>
          <p:cNvSpPr/>
          <p:nvPr/>
        </p:nvSpPr>
        <p:spPr>
          <a:xfrm>
            <a:off x="339634" y="5059680"/>
            <a:ext cx="7313567" cy="1584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Settings Table:</a:t>
            </a:r>
          </a:p>
          <a:p>
            <a:pPr algn="ctr"/>
            <a:r>
              <a:rPr lang="en-US" dirty="0"/>
              <a:t>(output filename, graph scaling, Breath Detection, HR Detection, Recovery and Challenge Settings)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5CBB0E0-5D6B-41A8-9080-4B78A7AC7FE1}"/>
              </a:ext>
            </a:extLst>
          </p:cNvPr>
          <p:cNvSpPr/>
          <p:nvPr/>
        </p:nvSpPr>
        <p:spPr>
          <a:xfrm>
            <a:off x="10728960" y="4511040"/>
            <a:ext cx="1402080" cy="2346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Command Buttons:</a:t>
            </a:r>
          </a:p>
          <a:p>
            <a:pPr algn="ctr"/>
            <a:r>
              <a:rPr lang="en-US" sz="1200" dirty="0"/>
              <a:t>Send Settings,</a:t>
            </a:r>
          </a:p>
          <a:p>
            <a:pPr algn="ctr"/>
            <a:r>
              <a:rPr lang="en-US" sz="1200" dirty="0"/>
              <a:t>Abort,</a:t>
            </a:r>
          </a:p>
          <a:p>
            <a:pPr algn="ctr"/>
            <a:r>
              <a:rPr lang="en-US" sz="1200" dirty="0"/>
              <a:t>Send Arduino Command, startup, send backup data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9B595D6-AE5E-4419-8C0E-EB77E286CDE9}"/>
              </a:ext>
            </a:extLst>
          </p:cNvPr>
          <p:cNvSpPr/>
          <p:nvPr/>
        </p:nvSpPr>
        <p:spPr>
          <a:xfrm>
            <a:off x="7840435" y="4448404"/>
            <a:ext cx="2594243" cy="21962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Breathing and Heartrate Stats:</a:t>
            </a:r>
          </a:p>
          <a:p>
            <a:pPr algn="ctr"/>
            <a:r>
              <a:rPr lang="en-US" dirty="0"/>
              <a:t>Current </a:t>
            </a:r>
          </a:p>
          <a:p>
            <a:pPr algn="ctr"/>
            <a:r>
              <a:rPr lang="en-US" dirty="0"/>
              <a:t>baseline average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D096AA9-C6E6-4796-8495-5EE752E8C8EA}"/>
              </a:ext>
            </a:extLst>
          </p:cNvPr>
          <p:cNvSpPr/>
          <p:nvPr/>
        </p:nvSpPr>
        <p:spPr>
          <a:xfrm>
            <a:off x="10855234" y="4578809"/>
            <a:ext cx="574766" cy="48087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20F7395-A1A8-486E-AFBC-5411ED052520}"/>
              </a:ext>
            </a:extLst>
          </p:cNvPr>
          <p:cNvSpPr/>
          <p:nvPr/>
        </p:nvSpPr>
        <p:spPr>
          <a:xfrm>
            <a:off x="11460480" y="4578808"/>
            <a:ext cx="574766" cy="48087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1008C36-4CE6-4303-B46C-75F790825ABF}"/>
              </a:ext>
            </a:extLst>
          </p:cNvPr>
          <p:cNvSpPr/>
          <p:nvPr/>
        </p:nvSpPr>
        <p:spPr>
          <a:xfrm>
            <a:off x="223973" y="104503"/>
            <a:ext cx="7429228" cy="4354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Rig Status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8209F57-6FDA-49E0-AE04-BEFFD435E4F7}"/>
              </a:ext>
            </a:extLst>
          </p:cNvPr>
          <p:cNvSpPr txBox="1"/>
          <p:nvPr/>
        </p:nvSpPr>
        <p:spPr>
          <a:xfrm>
            <a:off x="8333921" y="75794"/>
            <a:ext cx="2168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Rig 6 is in alarm state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75D8E2E-9C0C-4D80-92A9-9610F1F608AA}"/>
              </a:ext>
            </a:extLst>
          </p:cNvPr>
          <p:cNvCxnSpPr>
            <a:stCxn id="37" idx="2"/>
          </p:cNvCxnSpPr>
          <p:nvPr/>
        </p:nvCxnSpPr>
        <p:spPr>
          <a:xfrm>
            <a:off x="9418321" y="445126"/>
            <a:ext cx="1724296" cy="19366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D17129FA-6546-4F96-9241-BC91E23085A8}"/>
              </a:ext>
            </a:extLst>
          </p:cNvPr>
          <p:cNvSpPr txBox="1"/>
          <p:nvPr/>
        </p:nvSpPr>
        <p:spPr>
          <a:xfrm>
            <a:off x="8367503" y="4476204"/>
            <a:ext cx="2391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Rig 8 is Waiting for user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96F78C1-24E2-40D1-B70B-265128D0D883}"/>
              </a:ext>
            </a:extLst>
          </p:cNvPr>
          <p:cNvCxnSpPr/>
          <p:nvPr/>
        </p:nvCxnSpPr>
        <p:spPr>
          <a:xfrm flipV="1">
            <a:off x="9589230" y="3225840"/>
            <a:ext cx="1400987" cy="12503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3797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131</Words>
  <Application>Microsoft Office PowerPoint</Application>
  <PresentationFormat>Widescreen</PresentationFormat>
  <Paragraphs>40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Chris Ward</dc:creator>
  <cp:lastModifiedBy>Chris Ward</cp:lastModifiedBy>
  <cp:revision>1</cp:revision>
  <dcterms:created xsi:type="dcterms:W3CDTF">2022-03-25T20:31:04Z</dcterms:created>
  <dcterms:modified xsi:type="dcterms:W3CDTF">2022-03-25T20:53:52Z</dcterms:modified>
</cp:coreProperties>
</file>